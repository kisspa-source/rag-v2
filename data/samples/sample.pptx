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RAG Implementation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Secure, Private AI Search</a:t>
            </a:r>
          </a:p>
          <a:p/>
          <a:p>
            <a:r>
              <a:t>Comparing Linux &amp; macOS Infrastructures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 &amp; Security (보안 및 개인정보 보호)</a:t>
            </a:r>
          </a:p>
          <a:p>
            <a:pPr lvl="1"/>
            <a:r>
              <a:t>Sensitive data never leaves the premise (데이터 외부 유출 방지)</a:t>
            </a:r>
          </a:p>
          <a:p>
            <a:pPr lvl="1"/>
            <a:r>
              <a:t>Zero-trust environments support</a:t>
            </a:r>
          </a:p>
          <a:p>
            <a:pPr/>
            <a:r>
              <a:t>Cost Efficiency (비용 효율성)</a:t>
            </a:r>
          </a:p>
          <a:p>
            <a:pPr lvl="1"/>
            <a:r>
              <a:t>No recurring API costs (Token throughput cost optimized)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Comparison: macOS vs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macOS (Apple Silicon)</a:t>
            </a:r>
          </a:p>
          <a:p>
            <a:pPr lvl="1"/>
            <a:r>
              <a:t>Unified Memory allows loading massive models (up to 128GB+ VRAM equivalent)</a:t>
            </a:r>
          </a:p>
          <a:p>
            <a:pPr lvl="1"/>
            <a:r>
              <a:t>Great for development, high energy efficiency</a:t>
            </a:r>
          </a:p>
          <a:p>
            <a:pPr/>
            <a:r>
              <a:t>Linux (NVIDIA / AMD)</a:t>
            </a:r>
          </a:p>
          <a:p>
            <a:pPr lvl="1"/>
            <a:r>
              <a:t>CUDA optimization provides best-in-class raw performance</a:t>
            </a:r>
          </a:p>
          <a:p>
            <a:pPr lvl="1"/>
            <a:r>
              <a:t>Better ecosystem support (vLLM, TGI, TensorRT-LLM)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